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1945600" cy="12344400"/>
  <p:notesSz cx="12344400" cy="219456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EF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1945600" cy="9601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960120"/>
            <a:ext cx="21945600" cy="64008"/>
          </a:xfrm>
          <a:prstGeom prst="rect">
            <a:avLst/>
          </a:prstGeom>
          <a:solidFill>
            <a:srgbClr val="C4A35A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28016"/>
            <a:ext cx="21214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 URANIUM ENRICHMENT  —  SOURCE: IAEA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566928"/>
            <a:ext cx="2121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4A3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Percent. Amount. Inspectors in or out. Amounts after 2016 are kg of uranium. Older “produced” figures are kg of UF6 gas (heavier).</a:t>
            </a:r>
            <a:endParaRPr lang="en-US" sz="16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70432"/>
          <a:ext cx="21396960" cy="9464040"/>
        </p:xfrm>
        <a:graphic>
          <a:graphicData uri="http://schemas.openxmlformats.org/drawingml/2006/table">
            <a:tbl>
              <a:tblPr/>
              <a:tblGrid>
                <a:gridCol w="2926080"/>
                <a:gridCol w="2834640"/>
                <a:gridCol w="6309360"/>
                <a:gridCol w="9326880"/>
              </a:tblGrid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MUCH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INSPECTORS IN?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 2007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Natanz plant starts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YES. First industrial enrichment.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 2009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Fordow hidden site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 enrichment plant, not declared at first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 YES. Site was revealed, then inspected.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Nov 2009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3.47%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1,808 kg UF6 LEU produced since 2007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YES. IAEA measured 3.47%.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9–11 Feb 2010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 to 19.8%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starts at Natanz pilot plant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YES. Inspectors there the next morning.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 2013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and 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8,960 kg UF6 up to 5% produced; 324 kg UF6 up to 20% produced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YES. Before the freeze deal.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Jan 2014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back to ≤5%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production stopped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YES. Joint Plan of Action.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Jan 2016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3.67%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cut to ≤202.8 kg 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YES. JCPOA start. Extra stock shipped out or blended down.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May 2018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3.67%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leaves. Deal not dead for the others. IAEA and remaining parties (UK, France, Germany, Russia, China, EU) still treat the 3.67% / stock cap as the rule. Iran still inside.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 2018–May 2019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 kg U then 174 kg 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4D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YES. Still inside. 14 months after U.S. exit.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+ 8 Jul 2019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 cap, then ~4.5%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205 kg U then first &gt;3.67%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YES. First verified breaches.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4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Jan 2021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restarts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back before 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at plants.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 Feb 2021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already over cap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no longer exact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PLANTS still YES. Extra cameras, monitors, centrifuge shops: NO. That is why the total went fuzzy.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Apr–Aug 2021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Aug: 2,441 kg U total / 10 kg U at 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at plants. 60% confirmed.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May 2023 / Sep 2023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4,745 kg U / 114 kg U at 60%. Sep: $6B escrow move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at plants. $6B is State Dept, not IAEA. 60% already running 2 years.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8D8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 Oct 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6,604 kg U total / 182 kg U at 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at plants.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12–13 Jun 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Jun last count: 9,875 kg U / 441 kg U at 60%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that week. Board finds safeguards non-compliance (12 Jun). Strikes follow. Then plants closed to IAEA.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4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13 Jun 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at Natanz and Fordow. YES at Bushehr.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Oct 2025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3D5A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calendar end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UNSCR 2231 Termination Day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Written end date. Iran/China/Russia: expired. E3: snapback already restored old UN sanctions.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4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2019–2020 samples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declared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Turquzabad (stored ~2009–2018, sampled 2019). Varamin and Lavisan-Shian: early-2000s work. Hidden years to decades.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 by IAEA swipe samples of man-made uranium, not by Iran declaring them. Sites cleaned. No full answers. Board: not declared.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E4E4"/>
                    </a:solidFill>
                  </a:tcPr>
                </a:tc>
              </a:tr>
              <a:tr h="4506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Proxies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8B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INSPECTED. IAEA does not inspect Hezbollah, Houthis, or militias.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4CB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0" y="10744200"/>
            <a:ext cx="21945600" cy="1600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5"/>
          <p:cNvSpPr/>
          <p:nvPr/>
        </p:nvSpPr>
        <p:spPr>
          <a:xfrm>
            <a:off x="365760" y="10863072"/>
            <a:ext cx="21214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exit did not end IAEA scoring. IAEA + remaining JCPOA parties kept the 3.67% cap in force. Iran UPHELD it 14 months (8 May 2018 → 1–8 Jul 2019), then VIOLATED it. 20% restarted Jan 2021; 60% that spring. $6B escrow move Sep 2023 — after 60% had already run two years.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IAEA bomb unit: 25 kg of 90% uranium = one significant quantity. Last counted 60% pile: 441 kg U. Not 90%. No IAEA “X bombs / X weeks.” Proxies not inspected. After June 2025 the 441 kg cannot be re-checked.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2026-09-20T08:04:22Z</dcterms:created>
  <dcterms:modified xsi:type="dcterms:W3CDTF">2026-09-20T08:04:22Z</dcterms:modified>
</cp:coreProperties>
</file>